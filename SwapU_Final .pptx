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D4962FB-FE6F-D8E8-D5C4-B3265C04C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8A0FEF29-11F6-6DC6-097A-D78549597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9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FBABF75-33F1-01DA-441D-11E70AED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959E6C5-0B90-E145-60B2-AD81E2AE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6DE9C2A-9187-078A-D915-E18015F9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DA1F747-DDA6-7655-A1DB-8CC9955E2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Alisson Juliana Estrada Quiroz</cp:lastModifiedBy>
  <cp:revision>2</cp:revision>
  <dcterms:created xsi:type="dcterms:W3CDTF">2006-08-16T00:00:00Z</dcterms:created>
  <dcterms:modified xsi:type="dcterms:W3CDTF">2026-08-31T03:49:59Z</dcterms:modified>
</cp:coreProperties>
</file>